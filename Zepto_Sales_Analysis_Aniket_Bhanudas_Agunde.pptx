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2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ket agunde" userId="77074da22b12b653" providerId="LiveId" clId="{859356C8-C8B1-467E-B472-0DB29E5FF9F0}"/>
    <pc:docChg chg="undo redo custSel modSld">
      <pc:chgData name="aniket agunde" userId="77074da22b12b653" providerId="LiveId" clId="{859356C8-C8B1-467E-B472-0DB29E5FF9F0}" dt="2026-10-17T06:51:50.507" v="512"/>
      <pc:docMkLst>
        <pc:docMk/>
      </pc:docMkLst>
      <pc:sldChg chg="addSp delSp modSp mod">
        <pc:chgData name="aniket agunde" userId="77074da22b12b653" providerId="LiveId" clId="{859356C8-C8B1-467E-B472-0DB29E5FF9F0}" dt="2026-10-17T04:36:52.430" v="124" actId="14100"/>
        <pc:sldMkLst>
          <pc:docMk/>
          <pc:sldMk cId="0" sldId="257"/>
        </pc:sldMkLst>
        <pc:spChg chg="del">
          <ac:chgData name="aniket agunde" userId="77074da22b12b653" providerId="LiveId" clId="{859356C8-C8B1-467E-B472-0DB29E5FF9F0}" dt="2026-10-17T04:36:00.034" v="115" actId="21"/>
          <ac:spMkLst>
            <pc:docMk/>
            <pc:sldMk cId="0" sldId="257"/>
            <ac:spMk id="15" creationId="{00000000-0000-0000-0000-000000000000}"/>
          </ac:spMkLst>
        </pc:spChg>
        <pc:spChg chg="del">
          <ac:chgData name="aniket agunde" userId="77074da22b12b653" providerId="LiveId" clId="{859356C8-C8B1-467E-B472-0DB29E5FF9F0}" dt="2026-10-17T04:35:56.973" v="114" actId="21"/>
          <ac:spMkLst>
            <pc:docMk/>
            <pc:sldMk cId="0" sldId="257"/>
            <ac:spMk id="16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31:25.483" v="95" actId="20577"/>
          <ac:spMkLst>
            <pc:docMk/>
            <pc:sldMk cId="0" sldId="257"/>
            <ac:spMk id="17" creationId="{00000000-0000-0000-0000-000000000000}"/>
          </ac:spMkLst>
        </pc:spChg>
        <pc:spChg chg="del">
          <ac:chgData name="aniket agunde" userId="77074da22b12b653" providerId="LiveId" clId="{859356C8-C8B1-467E-B472-0DB29E5FF9F0}" dt="2026-10-17T04:35:40.987" v="113" actId="21"/>
          <ac:spMkLst>
            <pc:docMk/>
            <pc:sldMk cId="0" sldId="257"/>
            <ac:spMk id="19" creationId="{00000000-0000-0000-0000-000000000000}"/>
          </ac:spMkLst>
        </pc:spChg>
        <pc:picChg chg="add mod">
          <ac:chgData name="aniket agunde" userId="77074da22b12b653" providerId="LiveId" clId="{859356C8-C8B1-467E-B472-0DB29E5FF9F0}" dt="2026-10-17T04:33:08.421" v="108" actId="14100"/>
          <ac:picMkLst>
            <pc:docMk/>
            <pc:sldMk cId="0" sldId="257"/>
            <ac:picMk id="21" creationId="{3F0ECA69-5BE8-C71A-A1EA-EDBAB97FF557}"/>
          </ac:picMkLst>
        </pc:picChg>
        <pc:picChg chg="add mod">
          <ac:chgData name="aniket agunde" userId="77074da22b12b653" providerId="LiveId" clId="{859356C8-C8B1-467E-B472-0DB29E5FF9F0}" dt="2026-10-17T04:33:08.421" v="108" actId="14100"/>
          <ac:picMkLst>
            <pc:docMk/>
            <pc:sldMk cId="0" sldId="257"/>
            <ac:picMk id="23" creationId="{AE107B1B-2F17-281C-9ECD-C4810D2B5F7E}"/>
          </ac:picMkLst>
        </pc:picChg>
        <pc:picChg chg="add mod">
          <ac:chgData name="aniket agunde" userId="77074da22b12b653" providerId="LiveId" clId="{859356C8-C8B1-467E-B472-0DB29E5FF9F0}" dt="2026-10-17T04:35:22.236" v="112" actId="14100"/>
          <ac:picMkLst>
            <pc:docMk/>
            <pc:sldMk cId="0" sldId="257"/>
            <ac:picMk id="25" creationId="{C621472C-1E78-74CE-EC37-17BFABBDC7E7}"/>
          </ac:picMkLst>
        </pc:picChg>
        <pc:picChg chg="add mod">
          <ac:chgData name="aniket agunde" userId="77074da22b12b653" providerId="LiveId" clId="{859356C8-C8B1-467E-B472-0DB29E5FF9F0}" dt="2026-10-17T04:36:11.116" v="116" actId="931"/>
          <ac:picMkLst>
            <pc:docMk/>
            <pc:sldMk cId="0" sldId="257"/>
            <ac:picMk id="27" creationId="{ED437C13-404B-135D-8973-27FB2FA97AA2}"/>
          </ac:picMkLst>
        </pc:picChg>
        <pc:picChg chg="add mod">
          <ac:chgData name="aniket agunde" userId="77074da22b12b653" providerId="LiveId" clId="{859356C8-C8B1-467E-B472-0DB29E5FF9F0}" dt="2026-10-17T04:36:52.430" v="124" actId="14100"/>
          <ac:picMkLst>
            <pc:docMk/>
            <pc:sldMk cId="0" sldId="257"/>
            <ac:picMk id="29" creationId="{E66AB735-0CFC-70D9-D9F5-E7615617FAC8}"/>
          </ac:picMkLst>
        </pc:picChg>
      </pc:sldChg>
      <pc:sldChg chg="addSp modSp mod">
        <pc:chgData name="aniket agunde" userId="77074da22b12b653" providerId="LiveId" clId="{859356C8-C8B1-467E-B472-0DB29E5FF9F0}" dt="2026-10-17T04:41:56.950" v="229" actId="14100"/>
        <pc:sldMkLst>
          <pc:docMk/>
          <pc:sldMk cId="0" sldId="258"/>
        </pc:sldMkLst>
        <pc:spChg chg="mod">
          <ac:chgData name="aniket agunde" userId="77074da22b12b653" providerId="LiveId" clId="{859356C8-C8B1-467E-B472-0DB29E5FF9F0}" dt="2026-10-17T04:39:37.088" v="211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39:31.594" v="209" actId="14100"/>
          <ac:spMkLst>
            <pc:docMk/>
            <pc:sldMk cId="0" sldId="258"/>
            <ac:spMk id="8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41:49.118" v="227" actId="14100"/>
          <ac:spMkLst>
            <pc:docMk/>
            <pc:sldMk cId="0" sldId="258"/>
            <ac:spMk id="9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40:28.746" v="216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39:43.807" v="212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41:44.694" v="226" actId="14100"/>
          <ac:spMkLst>
            <pc:docMk/>
            <pc:sldMk cId="0" sldId="258"/>
            <ac:spMk id="12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41:53.930" v="228" actId="14100"/>
          <ac:spMkLst>
            <pc:docMk/>
            <pc:sldMk cId="0" sldId="258"/>
            <ac:spMk id="13" creationId="{00000000-0000-0000-0000-000000000000}"/>
          </ac:spMkLst>
        </pc:spChg>
        <pc:picChg chg="add mod">
          <ac:chgData name="aniket agunde" userId="77074da22b12b653" providerId="LiveId" clId="{859356C8-C8B1-467E-B472-0DB29E5FF9F0}" dt="2026-10-17T04:41:01.454" v="221" actId="931"/>
          <ac:picMkLst>
            <pc:docMk/>
            <pc:sldMk cId="0" sldId="258"/>
            <ac:picMk id="16" creationId="{726CFDC8-7D53-00C8-D934-CFE2B8F9D5F1}"/>
          </ac:picMkLst>
        </pc:picChg>
        <pc:picChg chg="add mod">
          <ac:chgData name="aniket agunde" userId="77074da22b12b653" providerId="LiveId" clId="{859356C8-C8B1-467E-B472-0DB29E5FF9F0}" dt="2026-10-17T04:41:56.950" v="229" actId="14100"/>
          <ac:picMkLst>
            <pc:docMk/>
            <pc:sldMk cId="0" sldId="258"/>
            <ac:picMk id="18" creationId="{84555A55-13F4-ABC0-3CDB-BA813CBE2572}"/>
          </ac:picMkLst>
        </pc:picChg>
      </pc:sldChg>
      <pc:sldChg chg="addSp modSp mod">
        <pc:chgData name="aniket agunde" userId="77074da22b12b653" providerId="LiveId" clId="{859356C8-C8B1-467E-B472-0DB29E5FF9F0}" dt="2026-10-17T04:44:54.153" v="248" actId="1076"/>
        <pc:sldMkLst>
          <pc:docMk/>
          <pc:sldMk cId="0" sldId="259"/>
        </pc:sldMkLst>
        <pc:spChg chg="mod">
          <ac:chgData name="aniket agunde" userId="77074da22b12b653" providerId="LiveId" clId="{859356C8-C8B1-467E-B472-0DB29E5FF9F0}" dt="2026-10-17T04:42:35.618" v="233" actId="14100"/>
          <ac:spMkLst>
            <pc:docMk/>
            <pc:sldMk cId="0" sldId="259"/>
            <ac:spMk id="7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42:26.937" v="231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43:06.530" v="239" actId="14100"/>
          <ac:spMkLst>
            <pc:docMk/>
            <pc:sldMk cId="0" sldId="259"/>
            <ac:spMk id="9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42:59.842" v="238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42:41.402" v="234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43:10.651" v="240" actId="1410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43:29.780" v="243" actId="14100"/>
          <ac:spMkLst>
            <pc:docMk/>
            <pc:sldMk cId="0" sldId="259"/>
            <ac:spMk id="13" creationId="{00000000-0000-0000-0000-000000000000}"/>
          </ac:spMkLst>
        </pc:spChg>
        <pc:picChg chg="add mod">
          <ac:chgData name="aniket agunde" userId="77074da22b12b653" providerId="LiveId" clId="{859356C8-C8B1-467E-B472-0DB29E5FF9F0}" dt="2026-10-17T04:44:54.153" v="248" actId="1076"/>
          <ac:picMkLst>
            <pc:docMk/>
            <pc:sldMk cId="0" sldId="259"/>
            <ac:picMk id="16" creationId="{2FE9C0CA-AAC8-B0E7-0B96-AE8F23D183E4}"/>
          </ac:picMkLst>
        </pc:picChg>
      </pc:sldChg>
      <pc:sldChg chg="addSp modSp mod">
        <pc:chgData name="aniket agunde" userId="77074da22b12b653" providerId="LiveId" clId="{859356C8-C8B1-467E-B472-0DB29E5FF9F0}" dt="2026-10-17T04:52:10.586" v="279" actId="14100"/>
        <pc:sldMkLst>
          <pc:docMk/>
          <pc:sldMk cId="0" sldId="261"/>
        </pc:sldMkLst>
        <pc:spChg chg="mod">
          <ac:chgData name="aniket agunde" userId="77074da22b12b653" providerId="LiveId" clId="{859356C8-C8B1-467E-B472-0DB29E5FF9F0}" dt="2026-10-17T04:47:50.802" v="264" actId="207"/>
          <ac:spMkLst>
            <pc:docMk/>
            <pc:sldMk cId="0" sldId="261"/>
            <ac:spMk id="7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47:21.330" v="260" actId="14100"/>
          <ac:spMkLst>
            <pc:docMk/>
            <pc:sldMk cId="0" sldId="261"/>
            <ac:spMk id="8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47:05.454" v="258" actId="14100"/>
          <ac:spMkLst>
            <pc:docMk/>
            <pc:sldMk cId="0" sldId="261"/>
            <ac:spMk id="9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46:59.894" v="257" actId="1076"/>
          <ac:spMkLst>
            <pc:docMk/>
            <pc:sldMk cId="0" sldId="261"/>
            <ac:spMk id="10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46:55.486" v="256" actId="107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46:44.702" v="255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48:44.002" v="272" actId="1410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48:27.386" v="269" actId="1076"/>
          <ac:spMkLst>
            <pc:docMk/>
            <pc:sldMk cId="0" sldId="261"/>
            <ac:spMk id="14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48:39.777" v="271" actId="107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48:36.019" v="270" actId="107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49:02.058" v="275" actId="1076"/>
          <ac:spMkLst>
            <pc:docMk/>
            <pc:sldMk cId="0" sldId="261"/>
            <ac:spMk id="17" creationId="{00000000-0000-0000-0000-000000000000}"/>
          </ac:spMkLst>
        </pc:spChg>
        <pc:picChg chg="add mod">
          <ac:chgData name="aniket agunde" userId="77074da22b12b653" providerId="LiveId" clId="{859356C8-C8B1-467E-B472-0DB29E5FF9F0}" dt="2026-10-17T04:51:46.777" v="276" actId="931"/>
          <ac:picMkLst>
            <pc:docMk/>
            <pc:sldMk cId="0" sldId="261"/>
            <ac:picMk id="19" creationId="{88E64283-7A2D-9359-18AD-7FBE935C67C9}"/>
          </ac:picMkLst>
        </pc:picChg>
        <pc:picChg chg="add mod">
          <ac:chgData name="aniket agunde" userId="77074da22b12b653" providerId="LiveId" clId="{859356C8-C8B1-467E-B472-0DB29E5FF9F0}" dt="2026-10-17T04:52:10.586" v="279" actId="14100"/>
          <ac:picMkLst>
            <pc:docMk/>
            <pc:sldMk cId="0" sldId="261"/>
            <ac:picMk id="21" creationId="{8D187F1B-CCC5-C819-F5E6-B62A906812CF}"/>
          </ac:picMkLst>
        </pc:picChg>
      </pc:sldChg>
      <pc:sldChg chg="addSp modSp mod">
        <pc:chgData name="aniket agunde" userId="77074da22b12b653" providerId="LiveId" clId="{859356C8-C8B1-467E-B472-0DB29E5FF9F0}" dt="2026-10-17T04:59:01.810" v="315" actId="14100"/>
        <pc:sldMkLst>
          <pc:docMk/>
          <pc:sldMk cId="0" sldId="262"/>
        </pc:sldMkLst>
        <pc:spChg chg="mod">
          <ac:chgData name="aniket agunde" userId="77074da22b12b653" providerId="LiveId" clId="{859356C8-C8B1-467E-B472-0DB29E5FF9F0}" dt="2026-10-17T04:56:13.669" v="304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54:23.361" v="286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56:39.300" v="309" actId="1076"/>
          <ac:spMkLst>
            <pc:docMk/>
            <pc:sldMk cId="0" sldId="262"/>
            <ac:spMk id="8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55:20.634" v="293" actId="14100"/>
          <ac:spMkLst>
            <pc:docMk/>
            <pc:sldMk cId="0" sldId="262"/>
            <ac:spMk id="9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55:37.114" v="296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54:42.464" v="288" actId="1076"/>
          <ac:spMkLst>
            <pc:docMk/>
            <pc:sldMk cId="0" sldId="262"/>
            <ac:spMk id="11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55:10.033" v="291" actId="1076"/>
          <ac:spMkLst>
            <pc:docMk/>
            <pc:sldMk cId="0" sldId="262"/>
            <ac:spMk id="12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56:12.764" v="303" actId="14100"/>
          <ac:spMkLst>
            <pc:docMk/>
            <pc:sldMk cId="0" sldId="262"/>
            <ac:spMk id="13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56:04.611" v="302" actId="14100"/>
          <ac:spMkLst>
            <pc:docMk/>
            <pc:sldMk cId="0" sldId="262"/>
            <ac:spMk id="14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55:44.768" v="297" actId="1076"/>
          <ac:spMkLst>
            <pc:docMk/>
            <pc:sldMk cId="0" sldId="262"/>
            <ac:spMk id="15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55:54.400" v="299" actId="1076"/>
          <ac:spMkLst>
            <pc:docMk/>
            <pc:sldMk cId="0" sldId="262"/>
            <ac:spMk id="16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4:56:29.908" v="308" actId="14100"/>
          <ac:spMkLst>
            <pc:docMk/>
            <pc:sldMk cId="0" sldId="262"/>
            <ac:spMk id="17" creationId="{00000000-0000-0000-0000-000000000000}"/>
          </ac:spMkLst>
        </pc:spChg>
        <pc:picChg chg="add mod">
          <ac:chgData name="aniket agunde" userId="77074da22b12b653" providerId="LiveId" clId="{859356C8-C8B1-467E-B472-0DB29E5FF9F0}" dt="2026-10-17T04:59:01.810" v="315" actId="14100"/>
          <ac:picMkLst>
            <pc:docMk/>
            <pc:sldMk cId="0" sldId="262"/>
            <ac:picMk id="19" creationId="{AC7737ED-4821-108B-1A87-AFB681DB06FB}"/>
          </ac:picMkLst>
        </pc:picChg>
      </pc:sldChg>
      <pc:sldChg chg="addSp modSp mod">
        <pc:chgData name="aniket agunde" userId="77074da22b12b653" providerId="LiveId" clId="{859356C8-C8B1-467E-B472-0DB29E5FF9F0}" dt="2026-10-17T05:08:40.971" v="358" actId="1076"/>
        <pc:sldMkLst>
          <pc:docMk/>
          <pc:sldMk cId="0" sldId="263"/>
        </pc:sldMkLst>
        <pc:spChg chg="mod">
          <ac:chgData name="aniket agunde" userId="77074da22b12b653" providerId="LiveId" clId="{859356C8-C8B1-467E-B472-0DB29E5FF9F0}" dt="2026-10-17T05:08:40.971" v="358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5:02:17.250" v="321" actId="14100"/>
          <ac:spMkLst>
            <pc:docMk/>
            <pc:sldMk cId="0" sldId="263"/>
            <ac:spMk id="7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5:02:25.681" v="323" actId="1076"/>
          <ac:spMkLst>
            <pc:docMk/>
            <pc:sldMk cId="0" sldId="263"/>
            <ac:spMk id="8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5:02:22.393" v="322" actId="1076"/>
          <ac:spMkLst>
            <pc:docMk/>
            <pc:sldMk cId="0" sldId="263"/>
            <ac:spMk id="9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5:08:18.044" v="357" actId="14100"/>
          <ac:spMkLst>
            <pc:docMk/>
            <pc:sldMk cId="0" sldId="263"/>
            <ac:spMk id="10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5:08:01.466" v="354" actId="1076"/>
          <ac:spMkLst>
            <pc:docMk/>
            <pc:sldMk cId="0" sldId="263"/>
            <ac:spMk id="11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5:08:08.427" v="355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5:03:24.987" v="334" actId="14100"/>
          <ac:spMkLst>
            <pc:docMk/>
            <pc:sldMk cId="0" sldId="263"/>
            <ac:spMk id="13" creationId="{00000000-0000-0000-0000-000000000000}"/>
          </ac:spMkLst>
        </pc:spChg>
        <pc:picChg chg="add mod">
          <ac:chgData name="aniket agunde" userId="77074da22b12b653" providerId="LiveId" clId="{859356C8-C8B1-467E-B472-0DB29E5FF9F0}" dt="2026-10-17T05:06:19.545" v="346" actId="14100"/>
          <ac:picMkLst>
            <pc:docMk/>
            <pc:sldMk cId="0" sldId="263"/>
            <ac:picMk id="16" creationId="{E9BB77D4-5D19-8502-D296-4E1B22C686AA}"/>
          </ac:picMkLst>
        </pc:picChg>
        <pc:picChg chg="add mod">
          <ac:chgData name="aniket agunde" userId="77074da22b12b653" providerId="LiveId" clId="{859356C8-C8B1-467E-B472-0DB29E5FF9F0}" dt="2026-10-17T05:07:53.786" v="353" actId="14100"/>
          <ac:picMkLst>
            <pc:docMk/>
            <pc:sldMk cId="0" sldId="263"/>
            <ac:picMk id="18" creationId="{9DB94357-8DC1-C618-1D9A-A476A410E779}"/>
          </ac:picMkLst>
        </pc:picChg>
      </pc:sldChg>
      <pc:sldChg chg="addSp delSp modSp mod">
        <pc:chgData name="aniket agunde" userId="77074da22b12b653" providerId="LiveId" clId="{859356C8-C8B1-467E-B472-0DB29E5FF9F0}" dt="2026-10-17T05:17:24.084" v="509" actId="20577"/>
        <pc:sldMkLst>
          <pc:docMk/>
          <pc:sldMk cId="0" sldId="264"/>
        </pc:sldMkLst>
        <pc:spChg chg="mod">
          <ac:chgData name="aniket agunde" userId="77074da22b12b653" providerId="LiveId" clId="{859356C8-C8B1-467E-B472-0DB29E5FF9F0}" dt="2026-10-17T05:09:15.076" v="363" actId="14100"/>
          <ac:spMkLst>
            <pc:docMk/>
            <pc:sldMk cId="0" sldId="264"/>
            <ac:spMk id="7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5:09:09.828" v="362" actId="1076"/>
          <ac:spMkLst>
            <pc:docMk/>
            <pc:sldMk cId="0" sldId="264"/>
            <ac:spMk id="8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5:14:39.307" v="440" actId="20577"/>
          <ac:spMkLst>
            <pc:docMk/>
            <pc:sldMk cId="0" sldId="264"/>
            <ac:spMk id="9" creationId="{00000000-0000-0000-0000-000000000000}"/>
          </ac:spMkLst>
        </pc:spChg>
        <pc:spChg chg="del mod">
          <ac:chgData name="aniket agunde" userId="77074da22b12b653" providerId="LiveId" clId="{859356C8-C8B1-467E-B472-0DB29E5FF9F0}" dt="2026-10-17T05:10:15.911" v="376" actId="21"/>
          <ac:spMkLst>
            <pc:docMk/>
            <pc:sldMk cId="0" sldId="264"/>
            <ac:spMk id="10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5:09:22.245" v="364" actId="1076"/>
          <ac:spMkLst>
            <pc:docMk/>
            <pc:sldMk cId="0" sldId="264"/>
            <ac:spMk id="11" creationId="{00000000-0000-0000-0000-000000000000}"/>
          </ac:spMkLst>
        </pc:spChg>
        <pc:spChg chg="del mod">
          <ac:chgData name="aniket agunde" userId="77074da22b12b653" providerId="LiveId" clId="{859356C8-C8B1-467E-B472-0DB29E5FF9F0}" dt="2026-10-17T05:11:22.882" v="389" actId="21"/>
          <ac:spMkLst>
            <pc:docMk/>
            <pc:sldMk cId="0" sldId="264"/>
            <ac:spMk id="12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5:15:01.354" v="453" actId="20577"/>
          <ac:spMkLst>
            <pc:docMk/>
            <pc:sldMk cId="0" sldId="264"/>
            <ac:spMk id="13" creationId="{00000000-0000-0000-0000-000000000000}"/>
          </ac:spMkLst>
        </pc:spChg>
        <pc:spChg chg="del">
          <ac:chgData name="aniket agunde" userId="77074da22b12b653" providerId="LiveId" clId="{859356C8-C8B1-467E-B472-0DB29E5FF9F0}" dt="2026-10-17T05:11:11.147" v="386" actId="21"/>
          <ac:spMkLst>
            <pc:docMk/>
            <pc:sldMk cId="0" sldId="264"/>
            <ac:spMk id="14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5:09:28.380" v="365" actId="1076"/>
          <ac:spMkLst>
            <pc:docMk/>
            <pc:sldMk cId="0" sldId="264"/>
            <ac:spMk id="15" creationId="{00000000-0000-0000-0000-000000000000}"/>
          </ac:spMkLst>
        </pc:spChg>
        <pc:spChg chg="del">
          <ac:chgData name="aniket agunde" userId="77074da22b12b653" providerId="LiveId" clId="{859356C8-C8B1-467E-B472-0DB29E5FF9F0}" dt="2026-10-17T05:11:06.733" v="385" actId="21"/>
          <ac:spMkLst>
            <pc:docMk/>
            <pc:sldMk cId="0" sldId="264"/>
            <ac:spMk id="16" creationId="{00000000-0000-0000-0000-000000000000}"/>
          </ac:spMkLst>
        </pc:spChg>
        <pc:spChg chg="add del mod">
          <ac:chgData name="aniket agunde" userId="77074da22b12b653" providerId="LiveId" clId="{859356C8-C8B1-467E-B472-0DB29E5FF9F0}" dt="2026-10-17T05:17:24.084" v="509" actId="20577"/>
          <ac:spMkLst>
            <pc:docMk/>
            <pc:sldMk cId="0" sldId="264"/>
            <ac:spMk id="17" creationId="{00000000-0000-0000-0000-000000000000}"/>
          </ac:spMkLst>
        </pc:spChg>
        <pc:spChg chg="del">
          <ac:chgData name="aniket agunde" userId="77074da22b12b653" providerId="LiveId" clId="{859356C8-C8B1-467E-B472-0DB29E5FF9F0}" dt="2026-10-17T05:11:14.965" v="387" actId="21"/>
          <ac:spMkLst>
            <pc:docMk/>
            <pc:sldMk cId="0" sldId="264"/>
            <ac:spMk id="18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5:10:58.712" v="384" actId="14100"/>
          <ac:spMkLst>
            <pc:docMk/>
            <pc:sldMk cId="0" sldId="264"/>
            <ac:spMk id="19" creationId="{00000000-0000-0000-0000-000000000000}"/>
          </ac:spMkLst>
        </pc:spChg>
        <pc:spChg chg="del">
          <ac:chgData name="aniket agunde" userId="77074da22b12b653" providerId="LiveId" clId="{859356C8-C8B1-467E-B472-0DB29E5FF9F0}" dt="2026-10-17T05:11:19.337" v="388" actId="21"/>
          <ac:spMkLst>
            <pc:docMk/>
            <pc:sldMk cId="0" sldId="264"/>
            <ac:spMk id="20" creationId="{00000000-0000-0000-0000-000000000000}"/>
          </ac:spMkLst>
        </pc:spChg>
        <pc:spChg chg="mod">
          <ac:chgData name="aniket agunde" userId="77074da22b12b653" providerId="LiveId" clId="{859356C8-C8B1-467E-B472-0DB29E5FF9F0}" dt="2026-10-17T05:11:35.928" v="392" actId="14100"/>
          <ac:spMkLst>
            <pc:docMk/>
            <pc:sldMk cId="0" sldId="264"/>
            <ac:spMk id="21" creationId="{00000000-0000-0000-0000-000000000000}"/>
          </ac:spMkLst>
        </pc:spChg>
        <pc:picChg chg="add mod">
          <ac:chgData name="aniket agunde" userId="77074da22b12b653" providerId="LiveId" clId="{859356C8-C8B1-467E-B472-0DB29E5FF9F0}" dt="2026-10-17T05:13:44.475" v="399" actId="14100"/>
          <ac:picMkLst>
            <pc:docMk/>
            <pc:sldMk cId="0" sldId="264"/>
            <ac:picMk id="23" creationId="{99D2576A-4050-2F68-CB95-D9120D53BD00}"/>
          </ac:picMkLst>
        </pc:picChg>
      </pc:sldChg>
      <pc:sldChg chg="delSp modSp mod">
        <pc:chgData name="aniket agunde" userId="77074da22b12b653" providerId="LiveId" clId="{859356C8-C8B1-467E-B472-0DB29E5FF9F0}" dt="2026-10-17T06:51:50.507" v="512"/>
        <pc:sldMkLst>
          <pc:docMk/>
          <pc:sldMk cId="0" sldId="265"/>
        </pc:sldMkLst>
        <pc:spChg chg="del mod">
          <ac:chgData name="aniket agunde" userId="77074da22b12b653" providerId="LiveId" clId="{859356C8-C8B1-467E-B472-0DB29E5FF9F0}" dt="2026-10-17T06:51:50.507" v="512"/>
          <ac:spMkLst>
            <pc:docMk/>
            <pc:sldMk cId="0" sldId="265"/>
            <ac:spMk id="21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052560" y="640080"/>
            <a:ext cx="2468880" cy="164592"/>
          </a:xfrm>
          <a:prstGeom prst="rect">
            <a:avLst/>
          </a:prstGeom>
          <a:solidFill>
            <a:srgbClr val="00A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692640" y="960120"/>
            <a:ext cx="1828800" cy="164592"/>
          </a:xfrm>
          <a:prstGeom prst="rect">
            <a:avLst/>
          </a:prstGeom>
          <a:solidFill>
            <a:srgbClr val="BEE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03920" y="1280160"/>
            <a:ext cx="3017520" cy="164592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7955279" cy="4114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BEE85C"/>
                </a:solidFill>
                <a:latin typeface="Aptos"/>
              </a:defRPr>
            </a:pPr>
            <a:r>
              <a:t>SQL DATA ANALYST PORTFOLIO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10424160" cy="132588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ZEPTO SALES</a:t>
            </a:r>
          </a:p>
          <a:p>
            <a:pPr>
              <a:spcAft>
                <a:spcPts val="600"/>
              </a:spcAft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977639"/>
            <a:ext cx="6949440" cy="5029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AEC4D3"/>
                </a:solidFill>
                <a:latin typeface="Aptos"/>
              </a:defRPr>
            </a:pPr>
            <a:r>
              <a:t>Prepared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370832"/>
            <a:ext cx="8229600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400" b="1">
                <a:solidFill>
                  <a:srgbClr val="FFFFFF"/>
                </a:solidFill>
                <a:latin typeface="Aptos"/>
              </a:defRPr>
            </a:pPr>
            <a:r>
              <a:t>Aniket Bhanudas Agunde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989320"/>
            <a:ext cx="8229600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AEC4D3"/>
                </a:solidFill>
                <a:latin typeface="Aptos"/>
              </a:defRPr>
            </a:pPr>
            <a:r>
              <a:t>MYSQL WORKBENCH  •  SQL QUERIES  •  BUSINESS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Database Schema &amp;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A091"/>
                </a:solidFill>
                <a:latin typeface="Aptos"/>
              </a:defRPr>
            </a:pPr>
            <a:r>
              <a:t>01  /  UNDERSTAND THE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E"/>
                </a:solidFill>
              </a:defRPr>
            </a:pPr>
            <a:r>
              <a:t>02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1325880"/>
          </a:xfrm>
          <a:prstGeom prst="rect">
            <a:avLst/>
          </a:prstGeom>
          <a:solidFill>
            <a:srgbClr val="00A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545336"/>
            <a:ext cx="2944368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A"/>
                </a:solidFill>
                <a:latin typeface="Aptos"/>
              </a:defRPr>
            </a:pPr>
            <a:r>
              <a:t>Product table — zepto_v2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920240"/>
            <a:ext cx="2944368" cy="722375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C6C7E"/>
                </a:solidFill>
                <a:latin typeface="Aptos"/>
              </a:defRPr>
            </a:pPr>
            <a:r>
              <a:t>Product-level information such as product_id, name, category, MRP and quantity (confirm exact columns).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2608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926080"/>
            <a:ext cx="73152" cy="1325880"/>
          </a:xfrm>
          <a:prstGeom prst="rect">
            <a:avLst/>
          </a:prstGeom>
          <a:solidFill>
            <a:srgbClr val="00A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3054096"/>
            <a:ext cx="2944368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A"/>
                </a:solidFill>
                <a:latin typeface="Aptos"/>
              </a:defRPr>
            </a:pPr>
            <a:r>
              <a:t>Orders table — zepto_orders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429000"/>
            <a:ext cx="2944368" cy="722375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C6C7E"/>
                </a:solidFill>
                <a:latin typeface="Aptos"/>
              </a:defRPr>
            </a:pPr>
            <a:r>
              <a:t>Order-level/transaction fields such as order_id, product_id, order_date, quantity_sold, selling_price and order_status.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9438" y="1427259"/>
            <a:ext cx="3657600" cy="2834640"/>
          </a:xfrm>
          <a:prstGeom prst="roundRect">
            <a:avLst/>
          </a:prstGeom>
          <a:solidFill>
            <a:srgbClr val="FAFCFD"/>
          </a:solidFill>
          <a:ln w="19050">
            <a:solidFill>
              <a:srgbClr val="00A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A091"/>
                </a:solidFill>
              </a:defRPr>
            </a:pP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10698480" cy="7315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2233A"/>
                </a:solidFill>
                <a:latin typeface="Aptos"/>
              </a:defRPr>
            </a:pPr>
            <a:r>
              <a:t>Purpose: confirm table names, column names and data types before writing joins or calculations.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621472C-1E78-74CE-EC37-17BFABBDC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864351"/>
            <a:ext cx="3931920" cy="387355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66AB735-0CFC-70D9-D9F5-E7615617F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6" y="911815"/>
            <a:ext cx="4218435" cy="38260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Product Table — zepto_v2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A091"/>
                </a:solidFill>
                <a:latin typeface="Aptos"/>
              </a:defRPr>
            </a:pPr>
            <a:r>
              <a:t>02  /  EXPLORE PRODUCT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E"/>
                </a:solidFill>
              </a:defRPr>
            </a:pPr>
            <a:r>
              <a:t>03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490472"/>
            <a:ext cx="2176670" cy="2011680"/>
          </a:xfrm>
          <a:prstGeom prst="roundRect">
            <a:avLst/>
          </a:prstGeom>
          <a:solidFill>
            <a:srgbClr val="1B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0020" y="1655064"/>
            <a:ext cx="201665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DCEBF2"/>
                </a:solidFill>
                <a:latin typeface="Consolas"/>
              </a:defRPr>
            </a:pPr>
            <a:r>
              <a:rPr dirty="0"/>
              <a:t>SELECT *</a:t>
            </a:r>
            <a:br>
              <a:rPr dirty="0"/>
            </a:br>
            <a:r>
              <a:rPr dirty="0"/>
              <a:t>FROM zepto_v2</a:t>
            </a:r>
            <a:br>
              <a:rPr dirty="0"/>
            </a:br>
            <a:r>
              <a:rPr dirty="0"/>
              <a:t>LIMIT 10;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-21033" y="3621024"/>
            <a:ext cx="3005555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1087" y="3739300"/>
            <a:ext cx="73152" cy="1417320"/>
          </a:xfrm>
          <a:prstGeom prst="rect">
            <a:avLst/>
          </a:prstGeom>
          <a:solidFill>
            <a:srgbClr val="00A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0" y="3513879"/>
            <a:ext cx="3493008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A"/>
                </a:solidFill>
                <a:latin typeface="Aptos"/>
              </a:defRPr>
            </a:pPr>
            <a:r>
              <a:t>Query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63" y="3845051"/>
            <a:ext cx="2896859" cy="747897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C6C7E"/>
                </a:solidFill>
                <a:latin typeface="Aptos"/>
              </a:defRPr>
            </a:pPr>
            <a:r>
              <a:rPr dirty="0"/>
              <a:t>Returns the first 10 product records so you can inspect product names, categories and available pricing fields.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05556" y="1380744"/>
            <a:ext cx="9098782" cy="4264682"/>
          </a:xfrm>
          <a:prstGeom prst="roundRect">
            <a:avLst/>
          </a:prstGeom>
          <a:solidFill>
            <a:srgbClr val="FAFCFD"/>
          </a:solidFill>
          <a:ln w="19050">
            <a:solidFill>
              <a:srgbClr val="00A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A091"/>
                </a:solidFill>
              </a:defRPr>
            </a:pP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892040" y="5394960"/>
            <a:ext cx="649224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C6C7E"/>
                </a:solidFill>
                <a:latin typeface="Aptos"/>
              </a:defRPr>
            </a:pPr>
            <a:r>
              <a:t>Business use: understand the product catalog before analyzing sales.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4555A55-13F4-ABC0-3CDB-BA813CBE25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5610" y="1627631"/>
            <a:ext cx="9089760" cy="40177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Orders Table — zepto_orders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A091"/>
                </a:solidFill>
                <a:latin typeface="Aptos"/>
              </a:defRPr>
            </a:pPr>
            <a:r>
              <a:t>03  /  EXPLORE TRANSACTION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E"/>
                </a:solidFill>
              </a:defRPr>
            </a:pPr>
            <a:r>
              <a:t>04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-17494" y="1170432"/>
            <a:ext cx="2422764" cy="2011680"/>
          </a:xfrm>
          <a:prstGeom prst="roundRect">
            <a:avLst/>
          </a:prstGeom>
          <a:solidFill>
            <a:srgbClr val="1B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320040" y="1216151"/>
            <a:ext cx="3520440" cy="1755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DCEBF2"/>
                </a:solidFill>
                <a:latin typeface="Consolas"/>
              </a:defRPr>
            </a:pPr>
            <a:r>
              <a:rPr dirty="0"/>
              <a:t>SELECT *</a:t>
            </a:r>
            <a:br>
              <a:rPr dirty="0"/>
            </a:br>
            <a:r>
              <a:rPr dirty="0"/>
              <a:t>FROM </a:t>
            </a:r>
            <a:r>
              <a:rPr dirty="0" err="1"/>
              <a:t>zepto_orders</a:t>
            </a:r>
            <a:br>
              <a:rPr dirty="0"/>
            </a:br>
            <a:r>
              <a:rPr dirty="0"/>
              <a:t>LIMIT 10;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0" y="3259834"/>
            <a:ext cx="240527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51472" y="3314697"/>
            <a:ext cx="73152" cy="1417320"/>
          </a:xfrm>
          <a:prstGeom prst="rect">
            <a:avLst/>
          </a:prstGeom>
          <a:solidFill>
            <a:srgbClr val="00A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" y="3127249"/>
            <a:ext cx="3493008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A"/>
                </a:solidFill>
                <a:latin typeface="Aptos"/>
              </a:defRPr>
            </a:pPr>
            <a:r>
              <a:t>Query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489" y="3342131"/>
            <a:ext cx="1906724" cy="1148007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C6C7E"/>
                </a:solidFill>
                <a:latin typeface="Aptos"/>
              </a:defRPr>
            </a:pPr>
            <a:r>
              <a:rPr dirty="0"/>
              <a:t>Displays sample order records and helps verify order IDs, product IDs, quantities, prices, dates and statuses.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73253" y="768095"/>
            <a:ext cx="9048187" cy="4873753"/>
          </a:xfrm>
          <a:prstGeom prst="roundRect">
            <a:avLst/>
          </a:prstGeom>
          <a:solidFill>
            <a:srgbClr val="FAFCFD"/>
          </a:solidFill>
          <a:ln w="19050">
            <a:solidFill>
              <a:srgbClr val="00A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A091"/>
                </a:solidFill>
              </a:defRPr>
            </a:pPr>
            <a:r>
              <a:t>SCREENSHOT TO ADD</a:t>
            </a:r>
          </a:p>
          <a:p>
            <a:pPr algn="ctr">
              <a:defRPr sz="1200" b="1">
                <a:solidFill>
                  <a:srgbClr val="12233A"/>
                </a:solidFill>
              </a:defRPr>
            </a:pPr>
            <a:r>
              <a:t>Orders output grid</a:t>
            </a:r>
          </a:p>
          <a:p>
            <a:pPr algn="ctr">
              <a:defRPr sz="1000">
                <a:solidFill>
                  <a:srgbClr val="5C6C7E"/>
                </a:solidFill>
              </a:defRPr>
            </a:pPr>
            <a:r>
              <a:t>Show the query and 10 actual order rows.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5394960"/>
            <a:ext cx="649224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C6C7E"/>
                </a:solidFill>
                <a:latin typeface="Aptos"/>
              </a:defRPr>
            </a:pPr>
            <a:r>
              <a:t>Business use: validate the fields required for sales and status analysis.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FE9C0CA-AAC8-B0E7-0B96-AE8F23D18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107" y="924348"/>
            <a:ext cx="7986813" cy="47258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Business Problem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A091"/>
                </a:solidFill>
                <a:latin typeface="Aptos"/>
              </a:defRPr>
            </a:pPr>
            <a:r>
              <a:t>04  /  DEFINE THE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E"/>
                </a:solidFill>
              </a:defRPr>
            </a:pPr>
            <a:r>
              <a:t>05  /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515600" cy="5943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00A091"/>
                </a:solidFill>
                <a:latin typeface="Aptos"/>
              </a:defRPr>
            </a:pPr>
            <a:r>
              <a:t>Business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515600" cy="7772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12233A"/>
                </a:solidFill>
                <a:latin typeface="Aptos"/>
              </a:defRPr>
            </a:pPr>
            <a:r>
              <a:t>The store needs a clearer view of product sales, revenue contribution and order-status performance to support inventory and sales decisions.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6324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3063240"/>
            <a:ext cx="73152" cy="1508760"/>
          </a:xfrm>
          <a:prstGeom prst="rect">
            <a:avLst/>
          </a:prstGeom>
          <a:solidFill>
            <a:srgbClr val="00A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191256"/>
            <a:ext cx="3081528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A"/>
                </a:solidFill>
                <a:latin typeface="Aptos"/>
              </a:defRPr>
            </a:pPr>
            <a:r>
              <a:t>01  Product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3081528" cy="905255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C6C7E"/>
                </a:solidFill>
                <a:latin typeface="Aptos"/>
              </a:defRPr>
            </a:pPr>
            <a:r>
              <a:t>Which products sell the most units?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06324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3063240"/>
            <a:ext cx="73152" cy="150876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3191256"/>
            <a:ext cx="3081528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A"/>
                </a:solidFill>
                <a:latin typeface="Aptos"/>
              </a:defRPr>
            </a:pPr>
            <a:r>
              <a:t>02  Revenue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566160"/>
            <a:ext cx="3081528" cy="905255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C6C7E"/>
                </a:solidFill>
                <a:latin typeface="Aptos"/>
              </a:defRPr>
            </a:pPr>
            <a:r>
              <a:t>Which products generate the highest sales revenue?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063240"/>
            <a:ext cx="34290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3063240"/>
            <a:ext cx="73152" cy="1508760"/>
          </a:xfrm>
          <a:prstGeom prst="rect">
            <a:avLst/>
          </a:prstGeom>
          <a:solidFill>
            <a:srgbClr val="BEE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3191256"/>
            <a:ext cx="3081528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A"/>
                </a:solidFill>
                <a:latin typeface="Aptos"/>
              </a:defRPr>
            </a:pPr>
            <a:r>
              <a:t>03  Order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566160"/>
            <a:ext cx="3081528" cy="905255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5C6C7E"/>
                </a:solidFill>
                <a:latin typeface="Aptos"/>
              </a:defRPr>
            </a:pPr>
            <a:r>
              <a:t>How are orders distributed by status?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74920"/>
            <a:ext cx="10424160" cy="7315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2233A"/>
                </a:solidFill>
                <a:latin typeface="Aptos"/>
              </a:defRPr>
            </a:pPr>
            <a:r>
              <a:t>Objective: use SQL JOINs, aggregation and sorting to turn raw records into actionable business insights.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JOIN Analysis — Orders + Products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A091"/>
                </a:solidFill>
                <a:latin typeface="Aptos"/>
              </a:defRPr>
            </a:pPr>
            <a:r>
              <a:t>05  /  COMBINE RELATED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E"/>
                </a:solidFill>
              </a:defRPr>
            </a:pPr>
            <a:r>
              <a:t>06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2466892" cy="260802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8951" y="1554481"/>
            <a:ext cx="2203705" cy="24006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DCEBF2"/>
                </a:solidFill>
                <a:latin typeface="Consolas"/>
              </a:defRPr>
            </a:pPr>
            <a:r>
              <a:rPr dirty="0"/>
              <a:t>SELECT</a:t>
            </a:r>
            <a:br>
              <a:rPr dirty="0"/>
            </a:br>
            <a:r>
              <a:rPr dirty="0"/>
              <a:t>    </a:t>
            </a:r>
            <a:r>
              <a:rPr dirty="0" err="1"/>
              <a:t>o.order_id</a:t>
            </a:r>
            <a:r>
              <a:rPr dirty="0"/>
              <a:t>,</a:t>
            </a:r>
            <a:br>
              <a:rPr dirty="0"/>
            </a:br>
            <a:r>
              <a:rPr dirty="0"/>
              <a:t>    </a:t>
            </a:r>
            <a:r>
              <a:rPr dirty="0" err="1"/>
              <a:t>o.order_date</a:t>
            </a:r>
            <a:r>
              <a:rPr dirty="0"/>
              <a:t>,</a:t>
            </a:r>
            <a:br>
              <a:rPr dirty="0"/>
            </a:br>
            <a:r>
              <a:rPr dirty="0"/>
              <a:t>    z.name AS </a:t>
            </a:r>
            <a:r>
              <a:rPr dirty="0" err="1"/>
              <a:t>product_name</a:t>
            </a:r>
            <a:r>
              <a:rPr dirty="0"/>
              <a:t>,</a:t>
            </a:r>
            <a:br>
              <a:rPr dirty="0"/>
            </a:br>
            <a:r>
              <a:rPr dirty="0"/>
              <a:t>    </a:t>
            </a:r>
            <a:r>
              <a:rPr dirty="0" err="1"/>
              <a:t>o.quantity_sold</a:t>
            </a:r>
            <a:r>
              <a:rPr dirty="0"/>
              <a:t>,</a:t>
            </a:r>
            <a:br>
              <a:rPr dirty="0"/>
            </a:br>
            <a:r>
              <a:rPr dirty="0"/>
              <a:t>    </a:t>
            </a:r>
            <a:r>
              <a:rPr dirty="0" err="1"/>
              <a:t>o.selling_price</a:t>
            </a:r>
            <a:r>
              <a:rPr dirty="0"/>
              <a:t>,</a:t>
            </a:r>
            <a:br>
              <a:rPr dirty="0"/>
            </a:br>
            <a:r>
              <a:rPr dirty="0"/>
              <a:t>    </a:t>
            </a:r>
            <a:r>
              <a:rPr dirty="0" err="1"/>
              <a:t>o.order_status</a:t>
            </a:r>
            <a:br>
              <a:rPr dirty="0"/>
            </a:br>
            <a:r>
              <a:rPr dirty="0"/>
              <a:t>FROM </a:t>
            </a:r>
            <a:r>
              <a:rPr dirty="0" err="1"/>
              <a:t>zepto_orders</a:t>
            </a:r>
            <a:r>
              <a:rPr dirty="0"/>
              <a:t> AS o</a:t>
            </a:r>
            <a:br>
              <a:rPr dirty="0"/>
            </a:br>
            <a:r>
              <a:rPr dirty="0"/>
              <a:t>INNER JOIN zepto_v2 AS z</a:t>
            </a:r>
            <a:br>
              <a:rPr dirty="0"/>
            </a:br>
            <a:r>
              <a:rPr dirty="0"/>
              <a:t>    ON </a:t>
            </a:r>
            <a:r>
              <a:rPr dirty="0" err="1"/>
              <a:t>o.product_id</a:t>
            </a:r>
            <a:r>
              <a:rPr dirty="0"/>
              <a:t> = </a:t>
            </a:r>
            <a:r>
              <a:rPr dirty="0" err="1"/>
              <a:t>z.product_id</a:t>
            </a:r>
            <a:br>
              <a:rPr dirty="0"/>
            </a:br>
            <a:r>
              <a:rPr dirty="0"/>
              <a:t>LIMIT 20;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4746" y="4160920"/>
            <a:ext cx="275791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21208" y="4221945"/>
            <a:ext cx="73152" cy="1463040"/>
          </a:xfrm>
          <a:prstGeom prst="rect">
            <a:avLst/>
          </a:prstGeom>
          <a:solidFill>
            <a:srgbClr val="00A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4221945"/>
            <a:ext cx="1878496" cy="37490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A"/>
                </a:solidFill>
                <a:latin typeface="Aptos"/>
              </a:defRPr>
            </a:pPr>
            <a:r>
              <a:rPr dirty="0"/>
              <a:t>What the JOIN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517853"/>
            <a:ext cx="1984248" cy="747897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C6C7E"/>
                </a:solidFill>
                <a:latin typeface="Aptos"/>
              </a:defRPr>
            </a:pPr>
            <a:r>
              <a:rPr dirty="0"/>
              <a:t>Matches orders to product details using </a:t>
            </a:r>
            <a:r>
              <a:rPr dirty="0" err="1"/>
              <a:t>product_id</a:t>
            </a:r>
            <a:r>
              <a:rPr dirty="0"/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0" y="5664708"/>
            <a:ext cx="2962656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4632" y="5660234"/>
            <a:ext cx="73152" cy="146304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2218" y="5643045"/>
            <a:ext cx="3813048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A"/>
                </a:solidFill>
                <a:latin typeface="Aptos"/>
              </a:defRPr>
            </a:pPr>
            <a:r>
              <a:rPr dirty="0"/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60" y="6017805"/>
            <a:ext cx="2441448" cy="747897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C6C7E"/>
                </a:solidFill>
                <a:latin typeface="Aptos"/>
              </a:defRPr>
            </a:pPr>
            <a:r>
              <a:rPr dirty="0"/>
              <a:t>Product names and transaction details can now be analyzed together.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68562" y="1033272"/>
            <a:ext cx="8617226" cy="5833158"/>
          </a:xfrm>
          <a:prstGeom prst="roundRect">
            <a:avLst/>
          </a:prstGeom>
          <a:solidFill>
            <a:srgbClr val="FAFCFD"/>
          </a:solidFill>
          <a:ln w="19050">
            <a:solidFill>
              <a:srgbClr val="00A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A091"/>
                </a:solidFill>
              </a:defRPr>
            </a:pPr>
            <a:r>
              <a:rPr dirty="0"/>
              <a:t>SCREENSHOT TO ADD</a:t>
            </a:r>
          </a:p>
          <a:p>
            <a:pPr algn="ctr">
              <a:defRPr sz="1200" b="1">
                <a:solidFill>
                  <a:srgbClr val="12233A"/>
                </a:solidFill>
              </a:defRPr>
            </a:pPr>
            <a:r>
              <a:rPr dirty="0"/>
              <a:t>Query + results</a:t>
            </a:r>
          </a:p>
          <a:p>
            <a:pPr algn="ctr">
              <a:defRPr sz="1000">
                <a:solidFill>
                  <a:srgbClr val="5C6C7E"/>
                </a:solidFill>
              </a:defRPr>
            </a:pPr>
            <a:r>
              <a:rPr dirty="0"/>
              <a:t>Add your actual MySQL screenshot.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D187F1B-CCC5-C819-F5E6-B62A90681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439" y="1577879"/>
            <a:ext cx="8428349" cy="50633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9513" y="0"/>
            <a:ext cx="12191695" cy="6858000"/>
          </a:xfrm>
          <a:prstGeom prst="rect">
            <a:avLst/>
          </a:prstGeom>
          <a:solidFill>
            <a:srgbClr val="F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Revenue Analysis by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A091"/>
                </a:solidFill>
                <a:latin typeface="Aptos"/>
              </a:defRPr>
            </a:pPr>
            <a:r>
              <a:t>06  /  MEASURE SALES 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E"/>
                </a:solidFill>
              </a:defRPr>
            </a:pPr>
            <a:r>
              <a:t>07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0" y="1064878"/>
            <a:ext cx="3252083" cy="2880360"/>
          </a:xfrm>
          <a:prstGeom prst="roundRect">
            <a:avLst/>
          </a:prstGeom>
          <a:solidFill>
            <a:srgbClr val="1B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7777" y="1127693"/>
            <a:ext cx="3167005" cy="24597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DCEBF2"/>
                </a:solidFill>
                <a:latin typeface="Consolas"/>
              </a:defRPr>
            </a:pPr>
            <a:r>
              <a:rPr dirty="0"/>
              <a:t>SELECT</a:t>
            </a:r>
            <a:br>
              <a:rPr dirty="0"/>
            </a:br>
            <a:r>
              <a:rPr dirty="0"/>
              <a:t>    z.name AS </a:t>
            </a:r>
            <a:r>
              <a:rPr dirty="0" err="1"/>
              <a:t>product_name</a:t>
            </a:r>
            <a:r>
              <a:rPr dirty="0"/>
              <a:t>,</a:t>
            </a:r>
            <a:br>
              <a:rPr dirty="0"/>
            </a:br>
            <a:r>
              <a:rPr dirty="0"/>
              <a:t>    SUM(</a:t>
            </a:r>
            <a:r>
              <a:rPr dirty="0" err="1"/>
              <a:t>o.quantity_sold</a:t>
            </a:r>
            <a:r>
              <a:rPr dirty="0"/>
              <a:t>) AS </a:t>
            </a:r>
            <a:r>
              <a:rPr dirty="0" err="1"/>
              <a:t>total_quantity_sold</a:t>
            </a:r>
            <a:r>
              <a:rPr dirty="0"/>
              <a:t>,</a:t>
            </a:r>
            <a:br>
              <a:rPr dirty="0"/>
            </a:br>
            <a:r>
              <a:rPr dirty="0"/>
              <a:t>    ROUND(SUM(</a:t>
            </a:r>
            <a:r>
              <a:rPr dirty="0" err="1"/>
              <a:t>o.quantity_sold</a:t>
            </a:r>
            <a:r>
              <a:rPr dirty="0"/>
              <a:t> * </a:t>
            </a:r>
            <a:r>
              <a:rPr dirty="0" err="1"/>
              <a:t>o.selling_price</a:t>
            </a:r>
            <a:r>
              <a:rPr dirty="0"/>
              <a:t>), 2)</a:t>
            </a:r>
            <a:br>
              <a:rPr dirty="0"/>
            </a:br>
            <a:r>
              <a:rPr dirty="0"/>
              <a:t>        AS </a:t>
            </a:r>
            <a:r>
              <a:rPr dirty="0" err="1"/>
              <a:t>total_revenue</a:t>
            </a:r>
            <a:br>
              <a:rPr dirty="0"/>
            </a:br>
            <a:r>
              <a:rPr dirty="0"/>
              <a:t>FROM </a:t>
            </a:r>
            <a:r>
              <a:rPr dirty="0" err="1"/>
              <a:t>zepto_orders</a:t>
            </a:r>
            <a:r>
              <a:rPr dirty="0"/>
              <a:t> AS o</a:t>
            </a:r>
            <a:br>
              <a:rPr dirty="0"/>
            </a:br>
            <a:r>
              <a:rPr dirty="0"/>
              <a:t>INNER JOIN zepto_v2 AS z</a:t>
            </a:r>
            <a:br>
              <a:rPr dirty="0"/>
            </a:br>
            <a:r>
              <a:rPr dirty="0"/>
              <a:t>    ON </a:t>
            </a:r>
            <a:r>
              <a:rPr dirty="0" err="1"/>
              <a:t>o.product_id</a:t>
            </a:r>
            <a:r>
              <a:rPr dirty="0"/>
              <a:t> = </a:t>
            </a:r>
            <a:r>
              <a:rPr dirty="0" err="1"/>
              <a:t>z.product_id</a:t>
            </a:r>
            <a:br>
              <a:rPr dirty="0"/>
            </a:br>
            <a:r>
              <a:rPr dirty="0"/>
              <a:t>WHERE </a:t>
            </a:r>
            <a:r>
              <a:rPr dirty="0" err="1"/>
              <a:t>o.order_status</a:t>
            </a:r>
            <a:r>
              <a:rPr dirty="0"/>
              <a:t> = 'Delivered'</a:t>
            </a:r>
            <a:br>
              <a:rPr dirty="0"/>
            </a:br>
            <a:r>
              <a:rPr dirty="0"/>
              <a:t>GROUP BY z.name</a:t>
            </a:r>
            <a:br>
              <a:rPr dirty="0"/>
            </a:br>
            <a:r>
              <a:rPr dirty="0"/>
              <a:t>ORDER BY </a:t>
            </a:r>
            <a:r>
              <a:rPr dirty="0" err="1"/>
              <a:t>total_revenue</a:t>
            </a:r>
            <a:r>
              <a:rPr dirty="0"/>
              <a:t> DESC;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529" y="4336887"/>
            <a:ext cx="3467168" cy="676655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9818" y="4308312"/>
            <a:ext cx="73152" cy="676655"/>
          </a:xfrm>
          <a:prstGeom prst="rect">
            <a:avLst/>
          </a:prstGeom>
          <a:solidFill>
            <a:srgbClr val="00A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7444" y="3959698"/>
            <a:ext cx="3584448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A"/>
                </a:solidFill>
                <a:latin typeface="Aptos"/>
              </a:defRPr>
            </a:pPr>
            <a:r>
              <a:t>Calculation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331" y="4279738"/>
            <a:ext cx="3584448" cy="676655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C6C7E"/>
                </a:solidFill>
                <a:latin typeface="Aptos"/>
              </a:defRPr>
            </a:pPr>
            <a:r>
              <a:rPr dirty="0"/>
              <a:t>Assumes </a:t>
            </a:r>
            <a:r>
              <a:rPr dirty="0" err="1"/>
              <a:t>selling_price</a:t>
            </a:r>
            <a:r>
              <a:rPr dirty="0"/>
              <a:t> is the per-unit price. If it is already a line total, do not multiply by quantity again.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818" y="5289976"/>
            <a:ext cx="3467168" cy="85022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6394" y="5340096"/>
            <a:ext cx="45719" cy="552241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4978" y="4984967"/>
            <a:ext cx="3584448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A"/>
                </a:solidFill>
                <a:latin typeface="Aptos"/>
              </a:defRPr>
            </a:pPr>
            <a:r>
              <a:t>How to read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331" y="5261401"/>
            <a:ext cx="3584448" cy="630936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5C6C7E"/>
                </a:solidFill>
                <a:latin typeface="Aptos"/>
              </a:defRPr>
            </a:pPr>
            <a:r>
              <a:rPr dirty="0"/>
              <a:t>The first rows are the products with the highest calculated delivered sales revenue.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50435" y="877823"/>
            <a:ext cx="8375171" cy="5711819"/>
          </a:xfrm>
          <a:prstGeom prst="roundRect">
            <a:avLst/>
          </a:prstGeom>
          <a:solidFill>
            <a:srgbClr val="FAFCFD"/>
          </a:solidFill>
          <a:ln w="19050">
            <a:solidFill>
              <a:srgbClr val="00A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A091"/>
                </a:solidFill>
              </a:defRPr>
            </a:pPr>
            <a:r>
              <a:t>SCREENSHOT TO ADD</a:t>
            </a:r>
          </a:p>
          <a:p>
            <a:pPr algn="ctr">
              <a:defRPr sz="1200" b="1">
                <a:solidFill>
                  <a:srgbClr val="12233A"/>
                </a:solidFill>
              </a:defRPr>
            </a:pPr>
            <a:r>
              <a:t>Revenue query output</a:t>
            </a:r>
          </a:p>
          <a:p>
            <a:pPr algn="ctr">
              <a:defRPr sz="1000">
                <a:solidFill>
                  <a:srgbClr val="5C6C7E"/>
                </a:solidFill>
              </a:defRPr>
            </a:pPr>
            <a:r>
              <a:t>Capture product name, quantity and revenue.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C7737ED-4821-108B-1A87-AFB681DB0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794" y="1122879"/>
            <a:ext cx="7716761" cy="516819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Top Products &amp; Order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5117" y="768096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A091"/>
                </a:solidFill>
                <a:latin typeface="Aptos"/>
              </a:defRPr>
            </a:pPr>
            <a:r>
              <a:t>07  /  COMPARE VOLUME AND FULFILMENT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E"/>
                </a:solidFill>
              </a:defRPr>
            </a:pPr>
            <a:r>
              <a:t>08  /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969264"/>
            <a:ext cx="3097033" cy="409343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0A091"/>
                </a:solidFill>
                <a:latin typeface="Aptos"/>
              </a:defRPr>
            </a:pPr>
            <a:r>
              <a:rPr dirty="0"/>
              <a:t>A. Top 10 products by quantity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2978" y="1325880"/>
            <a:ext cx="3848431" cy="2075688"/>
          </a:xfrm>
          <a:prstGeom prst="roundRect">
            <a:avLst/>
          </a:prstGeom>
          <a:solidFill>
            <a:srgbClr val="1B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734" y="1391727"/>
            <a:ext cx="3317682" cy="18466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DCEBF2"/>
                </a:solidFill>
                <a:latin typeface="Consolas"/>
              </a:defRPr>
            </a:pPr>
            <a:r>
              <a:rPr dirty="0"/>
              <a:t>SELECT z.name AS </a:t>
            </a:r>
            <a:r>
              <a:rPr dirty="0" err="1"/>
              <a:t>product_name</a:t>
            </a:r>
            <a:r>
              <a:rPr dirty="0"/>
              <a:t>,</a:t>
            </a:r>
            <a:br>
              <a:rPr dirty="0"/>
            </a:br>
            <a:r>
              <a:rPr dirty="0"/>
              <a:t>       SUM(</a:t>
            </a:r>
            <a:r>
              <a:rPr dirty="0" err="1"/>
              <a:t>o.quantity_sold</a:t>
            </a:r>
            <a:r>
              <a:rPr dirty="0"/>
              <a:t>) AS </a:t>
            </a:r>
            <a:r>
              <a:rPr dirty="0" err="1"/>
              <a:t>total_quantity_sold</a:t>
            </a:r>
            <a:br>
              <a:rPr dirty="0"/>
            </a:br>
            <a:r>
              <a:rPr dirty="0"/>
              <a:t>FROM </a:t>
            </a:r>
            <a:r>
              <a:rPr dirty="0" err="1"/>
              <a:t>zepto_orders</a:t>
            </a:r>
            <a:r>
              <a:rPr dirty="0"/>
              <a:t> o</a:t>
            </a:r>
            <a:br>
              <a:rPr dirty="0"/>
            </a:br>
            <a:r>
              <a:rPr dirty="0"/>
              <a:t>JOIN zepto_v2 z ON </a:t>
            </a:r>
            <a:r>
              <a:rPr dirty="0" err="1"/>
              <a:t>o.product_id</a:t>
            </a:r>
            <a:r>
              <a:rPr dirty="0"/>
              <a:t> = </a:t>
            </a:r>
            <a:r>
              <a:rPr dirty="0" err="1"/>
              <a:t>z.product_id</a:t>
            </a:r>
            <a:br>
              <a:rPr dirty="0"/>
            </a:br>
            <a:r>
              <a:rPr dirty="0"/>
              <a:t>WHERE </a:t>
            </a:r>
            <a:r>
              <a:rPr dirty="0" err="1"/>
              <a:t>o.order_status</a:t>
            </a:r>
            <a:r>
              <a:rPr dirty="0"/>
              <a:t> = 'Delivered'</a:t>
            </a:r>
            <a:br>
              <a:rPr dirty="0"/>
            </a:br>
            <a:r>
              <a:rPr dirty="0"/>
              <a:t>GROUP BY z.name</a:t>
            </a:r>
            <a:br>
              <a:rPr dirty="0"/>
            </a:br>
            <a:r>
              <a:rPr dirty="0"/>
              <a:t>ORDER BY </a:t>
            </a:r>
            <a:r>
              <a:rPr dirty="0" err="1"/>
              <a:t>total_quantity_sold</a:t>
            </a:r>
            <a:r>
              <a:rPr dirty="0"/>
              <a:t> DESC</a:t>
            </a:r>
            <a:br>
              <a:rPr dirty="0"/>
            </a:br>
            <a:r>
              <a:rPr dirty="0"/>
              <a:t>LIMIT 10;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1924" y="762738"/>
            <a:ext cx="2485180" cy="407694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0A091"/>
                </a:solidFill>
                <a:latin typeface="Aptos"/>
              </a:defRPr>
            </a:pPr>
            <a:r>
              <a:rPr dirty="0"/>
              <a:t>B. Orders by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9161" y="1225296"/>
            <a:ext cx="3848431" cy="2048256"/>
          </a:xfrm>
          <a:prstGeom prst="roundRect">
            <a:avLst/>
          </a:prstGeom>
          <a:solidFill>
            <a:srgbClr val="1B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81513" y="1298448"/>
            <a:ext cx="2810387" cy="11079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DCEBF2"/>
                </a:solidFill>
                <a:latin typeface="Consolas"/>
              </a:defRPr>
            </a:pPr>
            <a:r>
              <a:rPr dirty="0"/>
              <a:t>SELECT </a:t>
            </a:r>
            <a:r>
              <a:rPr dirty="0" err="1"/>
              <a:t>order_status</a:t>
            </a:r>
            <a:r>
              <a:rPr dirty="0"/>
              <a:t>,</a:t>
            </a:r>
            <a:br>
              <a:rPr dirty="0"/>
            </a:br>
            <a:r>
              <a:rPr dirty="0"/>
              <a:t>       COUNT(DISTINCT </a:t>
            </a:r>
            <a:r>
              <a:rPr dirty="0" err="1"/>
              <a:t>order_id</a:t>
            </a:r>
            <a:r>
              <a:rPr dirty="0"/>
              <a:t>) AS </a:t>
            </a:r>
            <a:r>
              <a:rPr dirty="0" err="1"/>
              <a:t>total_orders</a:t>
            </a:r>
            <a:br>
              <a:rPr dirty="0"/>
            </a:br>
            <a:r>
              <a:rPr dirty="0"/>
              <a:t>FROM </a:t>
            </a:r>
            <a:r>
              <a:rPr dirty="0" err="1"/>
              <a:t>zepto_orders</a:t>
            </a:r>
            <a:br>
              <a:rPr dirty="0"/>
            </a:br>
            <a:r>
              <a:rPr dirty="0"/>
              <a:t>GROUP BY </a:t>
            </a:r>
            <a:r>
              <a:rPr dirty="0" err="1"/>
              <a:t>order_status</a:t>
            </a:r>
            <a:br>
              <a:rPr dirty="0"/>
            </a:br>
            <a:r>
              <a:rPr dirty="0"/>
              <a:t>ORDER BY </a:t>
            </a:r>
            <a:r>
              <a:rPr dirty="0" err="1"/>
              <a:t>total_orders</a:t>
            </a:r>
            <a:r>
              <a:rPr dirty="0"/>
              <a:t> DESC;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051" y="3456432"/>
            <a:ext cx="12036644" cy="3424427"/>
          </a:xfrm>
          <a:prstGeom prst="roundRect">
            <a:avLst/>
          </a:prstGeom>
          <a:solidFill>
            <a:srgbClr val="FAFCFD"/>
          </a:solidFill>
          <a:ln w="19050">
            <a:solidFill>
              <a:srgbClr val="00A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A091"/>
                </a:solidFill>
              </a:defRPr>
            </a:pPr>
            <a:r>
              <a:t>SCREENSHOT TO ADD</a:t>
            </a:r>
          </a:p>
          <a:p>
            <a:pPr algn="ctr">
              <a:defRPr sz="1200" b="1">
                <a:solidFill>
                  <a:srgbClr val="12233A"/>
                </a:solidFill>
              </a:defRPr>
            </a:pPr>
            <a:r>
              <a:t>Status result grid</a:t>
            </a:r>
          </a:p>
          <a:p>
            <a:pPr algn="ctr">
              <a:defRPr sz="1000">
                <a:solidFill>
                  <a:srgbClr val="5C6C7E"/>
                </a:solidFill>
              </a:defRPr>
            </a:pPr>
            <a:r>
              <a:t>Capture actual status counts.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57800"/>
            <a:ext cx="5212080" cy="5486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C6C7E"/>
                </a:solidFill>
                <a:latin typeface="Aptos"/>
              </a:defRPr>
            </a:pPr>
            <a:r>
              <a:t>Insight: high-volume products may need closer stock monitoring.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9BB77D4-5D19-8502-D296-4E1B22C68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79" y="3570732"/>
            <a:ext cx="5441474" cy="31409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B94357-8DC1-C618-1D9A-A476A410E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453" y="3547873"/>
            <a:ext cx="6142382" cy="33649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47472"/>
            <a:ext cx="107899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33A"/>
                </a:solidFill>
                <a:latin typeface="Aptos Display"/>
              </a:defRPr>
            </a:pPr>
            <a:r>
              <a:t>KPI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00A091"/>
                </a:solidFill>
                <a:latin typeface="Aptos"/>
              </a:defRPr>
            </a:pPr>
            <a:r>
              <a:t>08  /  ONE-ROW PERFORMANCE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C7E"/>
                </a:solidFill>
              </a:defRPr>
            </a:pPr>
            <a:r>
              <a:t>09  / 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" y="822960"/>
            <a:ext cx="4176820" cy="2551175"/>
          </a:xfrm>
          <a:prstGeom prst="roundRect">
            <a:avLst/>
          </a:prstGeom>
          <a:solidFill>
            <a:srgbClr val="1B23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3989" y="927520"/>
            <a:ext cx="3737512" cy="22159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DCEBF2"/>
                </a:solidFill>
                <a:latin typeface="Consolas"/>
              </a:defRPr>
            </a:pPr>
            <a:r>
              <a:rPr dirty="0"/>
              <a:t>SELECT</a:t>
            </a:r>
            <a:br>
              <a:rPr dirty="0"/>
            </a:br>
            <a:r>
              <a:rPr dirty="0"/>
              <a:t>  COUNT(DISTINCT </a:t>
            </a:r>
            <a:r>
              <a:rPr dirty="0" err="1"/>
              <a:t>order_id</a:t>
            </a:r>
            <a:r>
              <a:rPr dirty="0"/>
              <a:t>) AS </a:t>
            </a:r>
            <a:r>
              <a:rPr dirty="0" err="1"/>
              <a:t>total_delivered_orders</a:t>
            </a:r>
            <a:r>
              <a:rPr dirty="0"/>
              <a:t>,</a:t>
            </a:r>
            <a:br>
              <a:rPr dirty="0"/>
            </a:br>
            <a:r>
              <a:rPr dirty="0"/>
              <a:t>  SUM(</a:t>
            </a:r>
            <a:r>
              <a:rPr dirty="0" err="1"/>
              <a:t>quantity_sold</a:t>
            </a:r>
            <a:r>
              <a:rPr dirty="0"/>
              <a:t>) AS </a:t>
            </a:r>
            <a:r>
              <a:rPr dirty="0" err="1"/>
              <a:t>total_units_sold</a:t>
            </a:r>
            <a:r>
              <a:rPr dirty="0"/>
              <a:t>,</a:t>
            </a:r>
            <a:br>
              <a:rPr dirty="0"/>
            </a:br>
            <a:r>
              <a:rPr dirty="0"/>
              <a:t>  ROUND(SUM(</a:t>
            </a:r>
            <a:r>
              <a:rPr dirty="0" err="1"/>
              <a:t>quantity_sold</a:t>
            </a:r>
            <a:r>
              <a:rPr dirty="0"/>
              <a:t> * </a:t>
            </a:r>
            <a:r>
              <a:rPr dirty="0" err="1"/>
              <a:t>selling_price</a:t>
            </a:r>
            <a:r>
              <a:rPr dirty="0"/>
              <a:t>), 2) AS </a:t>
            </a:r>
            <a:r>
              <a:rPr dirty="0" err="1"/>
              <a:t>total_revenue</a:t>
            </a:r>
            <a:r>
              <a:rPr dirty="0"/>
              <a:t>,</a:t>
            </a:r>
            <a:br>
              <a:rPr dirty="0"/>
            </a:br>
            <a:r>
              <a:rPr dirty="0"/>
              <a:t>  ROUND(</a:t>
            </a:r>
            <a:br>
              <a:rPr dirty="0"/>
            </a:br>
            <a:r>
              <a:rPr dirty="0"/>
              <a:t>    SUM(</a:t>
            </a:r>
            <a:r>
              <a:rPr dirty="0" err="1"/>
              <a:t>quantity_sold</a:t>
            </a:r>
            <a:r>
              <a:rPr dirty="0"/>
              <a:t> * </a:t>
            </a:r>
            <a:r>
              <a:rPr dirty="0" err="1"/>
              <a:t>selling_price</a:t>
            </a:r>
            <a:r>
              <a:rPr dirty="0"/>
              <a:t>) /</a:t>
            </a:r>
            <a:br>
              <a:rPr dirty="0"/>
            </a:br>
            <a:r>
              <a:rPr dirty="0"/>
              <a:t>    NULLIF(COUNT(DISTINCT </a:t>
            </a:r>
            <a:r>
              <a:rPr dirty="0" err="1"/>
              <a:t>order_id</a:t>
            </a:r>
            <a:r>
              <a:rPr dirty="0"/>
              <a:t>), 0), 2</a:t>
            </a:r>
            <a:br>
              <a:rPr dirty="0"/>
            </a:br>
            <a:r>
              <a:rPr dirty="0"/>
              <a:t>  ) AS </a:t>
            </a:r>
            <a:r>
              <a:rPr dirty="0" err="1"/>
              <a:t>revenue_per_order</a:t>
            </a:r>
            <a:br>
              <a:rPr dirty="0"/>
            </a:br>
            <a:r>
              <a:rPr dirty="0"/>
              <a:t>FROM </a:t>
            </a:r>
            <a:r>
              <a:rPr dirty="0" err="1"/>
              <a:t>zepto_orders</a:t>
            </a:r>
            <a:br>
              <a:rPr dirty="0"/>
            </a:br>
            <a:r>
              <a:rPr dirty="0"/>
              <a:t>WHERE </a:t>
            </a:r>
            <a:r>
              <a:rPr dirty="0" err="1"/>
              <a:t>order_status</a:t>
            </a:r>
            <a:r>
              <a:rPr dirty="0"/>
              <a:t> = 'Delivered';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3319" y="1060704"/>
            <a:ext cx="2077677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13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95861" y="775650"/>
            <a:ext cx="3493008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A"/>
                </a:solidFill>
                <a:latin typeface="Aptos"/>
              </a:defRPr>
            </a:pPr>
            <a:r>
              <a:t>Delivered orders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46148" y="1060704"/>
            <a:ext cx="1800524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30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48029" y="795527"/>
            <a:ext cx="3493008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A"/>
                </a:solidFill>
                <a:latin typeface="Aptos"/>
              </a:defRPr>
            </a:pPr>
            <a:r>
              <a:rPr dirty="0"/>
              <a:t>Units sold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8889" y="1106422"/>
            <a:ext cx="2797895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R</a:t>
            </a:r>
            <a:r>
              <a:rPr lang="en-IN" dirty="0">
                <a:solidFill>
                  <a:schemeClr val="tx1"/>
                </a:solidFill>
              </a:rPr>
              <a:t>1555 &amp;</a:t>
            </a:r>
          </a:p>
          <a:p>
            <a:pPr algn="ctr"/>
            <a:r>
              <a:rPr lang="en-IN" dirty="0">
                <a:solidFill>
                  <a:schemeClr val="tx1"/>
                </a:solidFill>
              </a:rPr>
              <a:t> 119.62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21263" y="756666"/>
            <a:ext cx="2490076" cy="378565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A"/>
                </a:solidFill>
                <a:latin typeface="Aptos"/>
              </a:defRPr>
            </a:pPr>
            <a:r>
              <a:rPr dirty="0"/>
              <a:t>Revenue &amp; revenue/order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0" y="3405543"/>
            <a:ext cx="12191694" cy="3269577"/>
          </a:xfrm>
          <a:prstGeom prst="roundRect">
            <a:avLst/>
          </a:prstGeom>
          <a:solidFill>
            <a:srgbClr val="FAFCFD"/>
          </a:solidFill>
          <a:ln w="19050">
            <a:solidFill>
              <a:srgbClr val="00A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A091"/>
                </a:solidFill>
              </a:defRPr>
            </a:pPr>
            <a:r>
              <a:rPr dirty="0"/>
              <a:t>SCREENSHOT TO ADD</a:t>
            </a:r>
          </a:p>
          <a:p>
            <a:pPr algn="ctr">
              <a:defRPr sz="1200" b="1">
                <a:solidFill>
                  <a:srgbClr val="12233A"/>
                </a:solidFill>
              </a:defRPr>
            </a:pPr>
            <a:r>
              <a:rPr dirty="0"/>
              <a:t>KPI output grid</a:t>
            </a:r>
          </a:p>
          <a:p>
            <a:pPr algn="ctr">
              <a:defRPr sz="1000">
                <a:solidFill>
                  <a:srgbClr val="5C6C7E"/>
                </a:solidFill>
              </a:defRPr>
            </a:pPr>
            <a:r>
              <a:rPr dirty="0"/>
              <a:t>Insert actual MySQL results; do not invent values.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9D2576A-4050-2F68-CB95-D9120D53B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64" y="3410114"/>
            <a:ext cx="10748176" cy="30789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10789920" cy="45720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BEE85C"/>
                </a:solidFill>
                <a:latin typeface="Aptos"/>
              </a:defRPr>
            </a:pPr>
            <a:r>
              <a:t>PROJECT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05840"/>
            <a:ext cx="10789920" cy="7315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Conclusion &amp; Recommendations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2057400"/>
            <a:ext cx="73152" cy="1051560"/>
          </a:xfrm>
          <a:prstGeom prst="rect">
            <a:avLst/>
          </a:prstGeom>
          <a:solidFill>
            <a:srgbClr val="00A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85416"/>
            <a:ext cx="4818888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A"/>
                </a:solidFill>
                <a:latin typeface="Aptos"/>
              </a:defRPr>
            </a:pPr>
            <a:r>
              <a:t>01  Inventory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818888" cy="448055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C6C7E"/>
                </a:solidFill>
                <a:latin typeface="Aptos"/>
              </a:defRPr>
            </a:pPr>
            <a:r>
              <a:t>Monitor high-volume products and plan replenishment.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5740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2057400"/>
            <a:ext cx="73152" cy="1051560"/>
          </a:xfrm>
          <a:prstGeom prst="rect">
            <a:avLst/>
          </a:prstGeom>
          <a:solidFill>
            <a:srgbClr val="F5B1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2185416"/>
            <a:ext cx="4818888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A"/>
                </a:solidFill>
                <a:latin typeface="Aptos"/>
              </a:defRPr>
            </a:pPr>
            <a:r>
              <a:t>02  Sales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560320"/>
            <a:ext cx="4818888" cy="448055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C6C7E"/>
                </a:solidFill>
                <a:latin typeface="Aptos"/>
              </a:defRPr>
            </a:pPr>
            <a:r>
              <a:t>Review pricing and promotions for high-revenue products.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2900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3429000"/>
            <a:ext cx="73152" cy="1051560"/>
          </a:xfrm>
          <a:prstGeom prst="rect">
            <a:avLst/>
          </a:prstGeom>
          <a:solidFill>
            <a:srgbClr val="BEE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557016"/>
            <a:ext cx="4818888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A"/>
                </a:solidFill>
                <a:latin typeface="Aptos"/>
              </a:defRPr>
            </a:pPr>
            <a:r>
              <a:t>03  Order fulfilment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4818888" cy="448055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C6C7E"/>
                </a:solidFill>
                <a:latin typeface="Aptos"/>
              </a:defRPr>
            </a:pPr>
            <a:r>
              <a:t>Review cancellation patterns and investigate causes.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42900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429000"/>
            <a:ext cx="73152" cy="1051560"/>
          </a:xfrm>
          <a:prstGeom prst="rect">
            <a:avLst/>
          </a:prstGeom>
          <a:solidFill>
            <a:srgbClr val="00A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0" y="3557016"/>
            <a:ext cx="4818888" cy="32004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2233A"/>
                </a:solidFill>
                <a:latin typeface="Aptos"/>
              </a:defRPr>
            </a:pPr>
            <a:r>
              <a:t>04  KPI monitoring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931920"/>
            <a:ext cx="4818888" cy="448055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C6C7E"/>
                </a:solidFill>
                <a:latin typeface="Aptos"/>
              </a:defRPr>
            </a:pPr>
            <a:r>
              <a:t>Track delivered orders, units sold and revenue regularly.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Thank you  •  Aniket Bhanudas Agunde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2044</TotalTime>
  <Words>1006</Words>
  <Application>Microsoft Office PowerPoint</Application>
  <PresentationFormat>Widescreen</PresentationFormat>
  <Paragraphs>101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aniket agunde</dc:creator>
  <cp:keywords/>
  <dc:description>generated using python-pptx</dc:description>
  <cp:lastModifiedBy>aniket agunde</cp:lastModifiedBy>
  <cp:revision>1</cp:revision>
  <dcterms:created xsi:type="dcterms:W3CDTF">2013-01-27T09:14:16Z</dcterms:created>
  <dcterms:modified xsi:type="dcterms:W3CDTF">2026-10-18T14:31:11Z</dcterms:modified>
  <cp:category/>
</cp:coreProperties>
</file>